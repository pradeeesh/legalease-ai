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/>
            </a:pPr>
            <a:r>
              <a:t>LEGAL EASE –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AI-based Legal Information Assistant | TNSDC • BCA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Legal language can be difficult for ordinary users.</a:t>
            </a:r>
          </a:p>
          <a:p>
            <a:pPr>
              <a:spcAft>
                <a:spcPts val="1200"/>
              </a:spcAft>
              <a:defRPr sz="2000"/>
            </a:pPr>
            <a:r>
              <a:t>People may not know what basic documents to preserve or what general next step to take.</a:t>
            </a:r>
          </a:p>
          <a:p>
            <a:pPr>
              <a:spcAft>
                <a:spcPts val="1200"/>
              </a:spcAft>
              <a:defRPr sz="2000"/>
            </a:pPr>
            <a:r>
              <a:t>Legal Ease – AI makes common legal information easier to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 an easy legal-information chatbot.</a:t>
            </a:r>
          </a:p>
          <a:p>
            <a:pPr>
              <a:spcAft>
                <a:spcPts val="1200"/>
              </a:spcAft>
              <a:defRPr sz="2000"/>
            </a:pPr>
            <a:r>
              <a:t>Explain common topics in simple language.</a:t>
            </a:r>
          </a:p>
          <a:p>
            <a:pPr>
              <a:spcAft>
                <a:spcPts val="1200"/>
              </a:spcAft>
              <a:defRPr sz="2000"/>
            </a:pPr>
            <a:r>
              <a:t>Provide general next-step guidance.</a:t>
            </a:r>
          </a:p>
          <a:p>
            <a:pPr>
              <a:spcAft>
                <a:spcPts val="1200"/>
              </a:spcAft>
              <a:defRPr sz="2000"/>
            </a:pPr>
            <a:r>
              <a:t>Promote safe handling of sensitive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Legal question interface</a:t>
            </a:r>
          </a:p>
          <a:p>
            <a:pPr>
              <a:spcAft>
                <a:spcPts val="1200"/>
              </a:spcAft>
              <a:defRPr sz="2000"/>
            </a:pPr>
            <a:r>
              <a:t>Cyber fraud, consumer, rental, employment and traffic guidance</a:t>
            </a:r>
          </a:p>
          <a:p>
            <a:pPr>
              <a:spcAft>
                <a:spcPts val="1200"/>
              </a:spcAft>
              <a:defRPr sz="2000"/>
            </a:pPr>
            <a:r>
              <a:t>Suggested next steps</a:t>
            </a:r>
          </a:p>
          <a:p>
            <a:pPr>
              <a:spcAft>
                <a:spcPts val="1200"/>
              </a:spcAft>
              <a:defRPr sz="2000"/>
            </a:pPr>
            <a:r>
              <a:t>Responsive web UI</a:t>
            </a:r>
          </a:p>
          <a:p>
            <a:pPr>
              <a:spcAft>
                <a:spcPts val="1200"/>
              </a:spcAft>
              <a:defRPr sz="2000"/>
            </a:pPr>
            <a:r>
              <a:t>Clear professional-advice disclaimer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User question → Topic identification → Relevant information → Suggested next steps.</a:t>
            </a:r>
          </a:p>
          <a:p>
            <a:pPr>
              <a:spcAft>
                <a:spcPts val="1200"/>
              </a:spcAft>
              <a:defRPr sz="2000"/>
            </a:pPr>
            <a:r>
              <a:t>Future generative version: User → LLM → Verified legal knowledge/RAG → Cited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Frontend: HTML, CSS, JavaScript</a:t>
            </a:r>
          </a:p>
          <a:p>
            <a:pPr>
              <a:spcAft>
                <a:spcPts val="1200"/>
              </a:spcAft>
              <a:defRPr sz="2000"/>
            </a:pPr>
            <a:r>
              <a:t>Backend: Python + Flask</a:t>
            </a:r>
          </a:p>
          <a:p>
            <a:pPr>
              <a:spcAft>
                <a:spcPts val="1200"/>
              </a:spcAft>
              <a:defRPr sz="2000"/>
            </a:pPr>
            <a:r>
              <a:t>Prototype: curated topic knowledge module</a:t>
            </a:r>
          </a:p>
          <a:p>
            <a:pPr>
              <a:spcAft>
                <a:spcPts val="1200"/>
              </a:spcAft>
              <a:defRPr sz="2000"/>
            </a:pPr>
            <a:r>
              <a:t>Future: LLM API + retrieval from verified legal 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User: “I faced a UPI fraud. What should I do?”</a:t>
            </a:r>
          </a:p>
          <a:p>
            <a:pPr>
              <a:spcAft>
                <a:spcPts val="1200"/>
              </a:spcAft>
              <a:defRPr sz="2000"/>
            </a:pPr>
            <a:r>
              <a:t>System identifies Cyber / Online Fraud.</a:t>
            </a:r>
          </a:p>
          <a:p>
            <a:pPr>
              <a:spcAft>
                <a:spcPts val="1200"/>
              </a:spcAft>
              <a:defRPr sz="2000"/>
            </a:pPr>
            <a:r>
              <a:t>Response guides the user to preserve evidence, contact the bank/payment provider and use the official reporting route.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Safety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General information only; not legal representation.</a:t>
            </a:r>
          </a:p>
          <a:p>
            <a:pPr>
              <a:spcAft>
                <a:spcPts val="1200"/>
              </a:spcAft>
              <a:defRPr sz="2000"/>
            </a:pPr>
            <a:r>
              <a:t>Law can vary by jurisdiction and facts.</a:t>
            </a:r>
          </a:p>
          <a:p>
            <a:pPr>
              <a:spcAft>
                <a:spcPts val="1200"/>
              </a:spcAft>
              <a:defRPr sz="2000"/>
            </a:pPr>
            <a:r>
              <a:t>Do not enter passwords, OTPs or unnecessary sensitive data.</a:t>
            </a:r>
          </a:p>
          <a:p>
            <a:pPr>
              <a:spcAft>
                <a:spcPts val="1200"/>
              </a:spcAft>
              <a:defRPr sz="2000"/>
            </a:pPr>
            <a:r>
              <a:t>Production version should use verified sources, citations, privacy controls and professional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Generative AI integration</a:t>
            </a:r>
          </a:p>
          <a:p>
            <a:pPr>
              <a:spcAft>
                <a:spcPts val="1200"/>
              </a:spcAft>
              <a:defRPr sz="2000"/>
            </a:pPr>
            <a:r>
              <a:t>RAG with verified legal sources</a:t>
            </a:r>
          </a:p>
          <a:p>
            <a:pPr>
              <a:spcAft>
                <a:spcPts val="1200"/>
              </a:spcAft>
              <a:defRPr sz="2000"/>
            </a:pPr>
            <a:r>
              <a:t>Tamil/English support</a:t>
            </a:r>
          </a:p>
          <a:p>
            <a:pPr>
              <a:spcAft>
                <a:spcPts val="1200"/>
              </a:spcAft>
              <a:defRPr sz="2000"/>
            </a:pPr>
            <a:r>
              <a:t>Secure document summarisation and redaction</a:t>
            </a:r>
          </a:p>
          <a:p>
            <a:pPr>
              <a:spcAft>
                <a:spcPts val="1200"/>
              </a:spcAft>
              <a:defRPr sz="2000"/>
            </a:pPr>
            <a:r>
              <a:t>Source citations and update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Legal Ease – AI demonstrates how AI can make general legal information easier to understand.</a:t>
            </a:r>
          </a:p>
          <a:p>
            <a:pPr>
              <a:spcAft>
                <a:spcPts val="1200"/>
              </a:spcAft>
              <a:defRPr sz="2000"/>
            </a:pPr>
            <a:r>
              <a:t>The prototype provides a foundation for a source-grounded legal information assistant.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